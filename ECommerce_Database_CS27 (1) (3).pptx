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Sales by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E55-4BD0-9C58-2CF7806A9822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55-4BD0-9C58-2CF7806A9822}"/>
              </c:ext>
            </c:extLst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E55-4BD0-9C58-2CF7806A9822}"/>
              </c:ext>
            </c:extLst>
          </c:dPt>
          <c:dPt>
            <c:idx val="3"/>
            <c:invertIfNegative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E55-4BD0-9C58-2CF7806A9822}"/>
              </c:ext>
            </c:extLst>
          </c:dPt>
          <c:dPt>
            <c:idx val="4"/>
            <c:invertIfNegative val="0"/>
            <c:bubble3D val="0"/>
            <c:spPr>
              <a:solidFill>
                <a:srgbClr val="99F6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E55-4BD0-9C58-2CF7806A982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Clothing</c:v>
                </c:pt>
                <c:pt idx="2">
                  <c:v>Home</c:v>
                </c:pt>
                <c:pt idx="3">
                  <c:v>Sports</c:v>
                </c:pt>
                <c:pt idx="4">
                  <c:v>Beauty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28</c:v>
                </c:pt>
                <c:pt idx="2">
                  <c:v>18</c:v>
                </c:pt>
                <c:pt idx="3">
                  <c:v>15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E55-4BD0-9C58-2CF7806A98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1596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0"/>
            <a:ext cx="201168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20116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129704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185711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– BIT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231431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12 Members: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857500"/>
            <a:ext cx="6400800" cy="1045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.DEMBELE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Gaethan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Khaled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·DOUAMBA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Niddata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Sidonie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·GADIERE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Houzéimatou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Farida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·KABORE Karelle Aurelie 2e Jumelle 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·NANA Eleonore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Wendyam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Prisca 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.OUEDRAOGO Aminata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&amp; Objective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549640" y="1371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0233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complete relational database to manage a modern e-commerce platform.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Modules: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063240"/>
            <a:ext cx="10972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0358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364992"/>
            <a:ext cx="10972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337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666744"/>
            <a:ext cx="10972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6393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3968496"/>
            <a:ext cx="10972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9410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270248"/>
            <a:ext cx="10972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42428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960120"/>
            <a:ext cx="4297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960120"/>
            <a:ext cx="4297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1078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 Covered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09160" y="155448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83480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(CRUD)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201168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83480" y="1993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relationships (FK)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246888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83480" y="2450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reporting &amp; aggregates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09160" y="292608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83480" y="2907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(1NF → 3NF)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09160" y="338328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83480" y="3364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Entities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549640" y="1371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5204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customers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categories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products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placed by customers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items within each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 linked to 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960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468880" y="960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480560" y="960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1417320"/>
            <a:ext cx="8412480" cy="48463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14356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468880" y="14356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80560" y="14356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customers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1901952"/>
            <a:ext cx="84124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" y="1920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468880" y="1920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480560" y="1920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65760" y="2386584"/>
            <a:ext cx="8412480" cy="48463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7200" y="2404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468880" y="2404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480560" y="24048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products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65760" y="2871216"/>
            <a:ext cx="84124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57200" y="288950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468880" y="288950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480560" y="288950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 by customers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65760" y="3355848"/>
            <a:ext cx="8412480" cy="48463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57200" y="337413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468880" y="337413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order_item_id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480560" y="337413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 within each order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65760" y="3840480"/>
            <a:ext cx="84124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57200" y="38587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2468880" y="38587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480560" y="38587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linked to orders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549640" y="1371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22960" cy="576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822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9966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→ Orders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2527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can place multiple orders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27632"/>
            <a:ext cx="859536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627632"/>
            <a:ext cx="822960" cy="576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627632"/>
            <a:ext cx="822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→ Order_Items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19202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contains multiple products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95144"/>
            <a:ext cx="85953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295144"/>
            <a:ext cx="822960" cy="576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295144"/>
            <a:ext cx="822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→ Order_Items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25877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can appear in multiple orders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962656"/>
            <a:ext cx="859536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962656"/>
            <a:ext cx="822960" cy="576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2962656"/>
            <a:ext cx="822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→ Products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325526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category contains multiple products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630168"/>
            <a:ext cx="85953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630168"/>
            <a:ext cx="822960" cy="5760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630168"/>
            <a:ext cx="822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34440" y="3666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→ Payments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392277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has a single unique payment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4074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LEFT JOIN: 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920240" y="44074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viewing all customers even if they have never placed an order.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Diagram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549640" y="1371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PNG exported from dbdiagram.io here 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This diagram shows all entities, primary keys, foreign keys, and the relationships between them.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FC707E-3D8B-B327-8209-9010DD3E2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4117"/>
            <a:ext cx="9144000" cy="37952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Normalization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549640" y="1371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(Unnormalized)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Data redundancies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8836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Insertion anomalies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3042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Update anomalies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7249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Deletion anomalies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1455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Single large table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566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Transitive dependencies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914400"/>
            <a:ext cx="4297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914400"/>
            <a:ext cx="42976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(3NF)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463040"/>
            <a:ext cx="594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14630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14813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holds an atomic value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011680"/>
            <a:ext cx="594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20116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0299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partial dependencies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560320"/>
            <a:ext cx="594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256032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25786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transitive dependencies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31546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Customers, Products, Orders,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Order_Items, Payments and Categories tables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3886200"/>
            <a:ext cx="1280160" cy="256032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3886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3886200"/>
            <a:ext cx="1280160" cy="256032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35040" y="3886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06640" y="3886200"/>
            <a:ext cx="1280160" cy="256032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06640" y="3886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4206240"/>
            <a:ext cx="1280160" cy="256032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63440" y="4206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4206240"/>
            <a:ext cx="1280160" cy="256032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35040" y="4206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06640" y="4206240"/>
            <a:ext cx="1280160" cy="256032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06640" y="4206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549640" y="1371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83464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1752" y="99669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" y="9966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price &gt; $100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26517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3192" y="1554480"/>
            <a:ext cx="2514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price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Products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&gt; 100;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83464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9272" y="99669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21608" y="9966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Best-Sellers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1463040"/>
            <a:ext cx="26517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10712" y="1554480"/>
            <a:ext cx="2514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p.name, SUM(oi.quantity) AS total_sold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Products 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Order_Items oi ON p.product_id = oi.product_id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total_sold DESC LIMIT 5;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9601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63640" y="960120"/>
            <a:ext cx="283464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36792" y="99669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39128" y="9966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by Payment Method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1463040"/>
            <a:ext cx="26517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28232" y="1554480"/>
            <a:ext cx="2514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payment_method,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SUM(amount) AS total_revenue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Payments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payment_method;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/ DELETE &amp; Referential Integrity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549640" y="1371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09728" cy="1965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(3 queries)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84124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344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Products SET price = 749.99 WHERE product_id = 1;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84124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892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Products SET stock = stock + 100 WHERE product_id = 2;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423160"/>
            <a:ext cx="84124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4414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Customers SET name = 'Updated Customer' WHERE customer_id = 3;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109728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017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(2 queries)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410712"/>
            <a:ext cx="841248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Customers WHERE customer_id = 10;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922776"/>
            <a:ext cx="841248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941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Orders WHERE order_id = 9;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526280"/>
            <a:ext cx="868680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5537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FK Violation: Cannot delete a customer with linked orders → referential integrity enforced by MySQL.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&amp; Reports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549640" y="1371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627632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38988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customers or orders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93392" y="960120"/>
            <a:ext cx="1627632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93392" y="96012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93392" y="138988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product price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12464" y="960120"/>
            <a:ext cx="1627632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12464" y="96012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12464" y="138988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31536" y="960120"/>
            <a:ext cx="1627632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31536" y="96012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31536" y="138988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expensive order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50608" y="960120"/>
            <a:ext cx="1627632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50608" y="96012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50608" y="138988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price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18745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Reports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230428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more than 1 order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268833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2670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spending per customer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07238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" y="3054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report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4564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6928" y="34381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stock &lt; 50 units</a:t>
            </a:r>
            <a:endParaRPr lang="en-US" sz="12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4754880" y="1828800"/>
          <a:ext cx="42062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SQL Query Explanation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549640" y="1371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66344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66344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9144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complex_query.sql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60934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c.name,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COUNT(o.order_id)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04825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6771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Customers 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70662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Orders 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92608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c.customer_id = o.customer_id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14553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3649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c.name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5844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80390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COUNT(o.order_id) &gt; 1;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914400"/>
            <a:ext cx="37490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120640" y="914400"/>
            <a:ext cx="73152" cy="8869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85232" y="969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85232" y="1261872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rows from Customers and Orders tables using the shared customer_id key.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20640" y="1892808"/>
            <a:ext cx="37490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120640" y="1892808"/>
            <a:ext cx="73152" cy="8869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85232" y="1947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85232" y="2240280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the result set by each customer's name to aggregate their orders.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20640" y="2871216"/>
            <a:ext cx="37490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120640" y="2871216"/>
            <a:ext cx="73152" cy="8869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285232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85232" y="3218688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the number of orders placed by each individual customer.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20640" y="3849624"/>
            <a:ext cx="37490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120640" y="3849624"/>
            <a:ext cx="73152" cy="8869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85232" y="3904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85232" y="4197096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grouped results — only keeps customers with more than 1 order.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645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572000" cy="4069080"/>
          </a:xfrm>
          <a:prstGeom prst="rect">
            <a:avLst/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8869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system is fully functional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36776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60934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entities and relationships are correctly implemented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33172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consistent and normalized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8152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05409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allow efficient data retrieval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0390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77647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simulates a real e-commerce platform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74920" y="804672"/>
            <a:ext cx="3794760" cy="4069080"/>
          </a:xfrm>
          <a:prstGeom prst="rect">
            <a:avLst/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74920" y="804672"/>
            <a:ext cx="379476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66360" y="80467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What We Learned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66360" y="133502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623560" y="13350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23560" y="16824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PKs, FKs, schemas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66360" y="2194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23560" y="21945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23560" y="2542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1NF, 2NF, 3NF applied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66360" y="30540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23560" y="305409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23560" y="3401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JOIN, GROUP BY, HAVING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66360" y="39136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623560" y="39136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&amp; Integrity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23560" y="42611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Constraints, referential integrity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must explain at least 1 query and 1 part of the database.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843</Words>
  <Application>Microsoft Office PowerPoint</Application>
  <PresentationFormat>On-screen Show (16:9)</PresentationFormat>
  <Paragraphs>212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Platform Database</dc:title>
  <dc:subject>PptxGenJS Presentation</dc:subject>
  <dc:creator>PptxGenJS</dc:creator>
  <cp:lastModifiedBy>Karelle Aurelie KABORE</cp:lastModifiedBy>
  <cp:revision>2</cp:revision>
  <dcterms:created xsi:type="dcterms:W3CDTF">2026-03-21T13:04:59Z</dcterms:created>
  <dcterms:modified xsi:type="dcterms:W3CDTF">2026-03-21T13:30:30Z</dcterms:modified>
</cp:coreProperties>
</file>